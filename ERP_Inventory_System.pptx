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371600"/>
            <a:ext cx="3657600" cy="36576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88720"/>
            <a:ext cx="192024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JAVA · JAVAFX · MYSQL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Inventory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Inventory Tracking · Dashboard Analytics · CSV Reports · Low-Stock Alerts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Developed by Hasain Khan M  |  Java 21 · JavaFX · MySQL · JDBC · iTextPDF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PROJECT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ERP application for small-to-medium enterprises that centralizes inventory control, role-based access, analytics, and reporting in one modern JavaFX interface.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00200"/>
            <a:ext cx="1920240" cy="822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11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2304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Source Files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5786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Java classes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60020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600200"/>
            <a:ext cx="1920240" cy="822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68880" y="2304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User Roles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5786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Admin · Employee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60020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600200"/>
            <a:ext cx="1920240" cy="822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17720" y="2304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DB Tables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25786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users · inventory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160020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600200"/>
            <a:ext cx="1920240" cy="822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5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766560" y="2304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25786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Java · FX · MySQL · JDBC · PDF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Application Architecture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3456432"/>
            <a:ext cx="15544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4564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AppLauncher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92808" y="3639312"/>
            <a:ext cx="12801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39112" y="3456432"/>
            <a:ext cx="155448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39112" y="34564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JavaFX Controller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11880" y="3639312"/>
            <a:ext cx="12801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58184" y="3456432"/>
            <a:ext cx="155448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58184" y="34564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DAO Layer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30952" y="3639312"/>
            <a:ext cx="12801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77256" y="3456432"/>
            <a:ext cx="1554480" cy="4572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77256" y="34564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DBConnection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050024" y="3639312"/>
            <a:ext cx="12801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96328" y="3456432"/>
            <a:ext cx="1554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96328" y="34564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MySQL Database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Entry point: AppLauncher.java  ·  UI: FXML + CSS  ·  Data: JDBC PreparedStatements  ·  Session: AppSession singleton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41B45"/>
          </a:solidFill>
          <a:ln w="12700">
            <a:solidFill>
              <a:srgbClr val="141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TECHNOLOGY STACK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56032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73152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Java 21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344168"/>
            <a:ext cx="731520" cy="164592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4416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Backend Logic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CC"/>
                </a:solidFill>
              </a:rPr>
              <a:t>Core language. OOP, streams, lambdas.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256032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868680"/>
            <a:ext cx="73152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05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JavaFX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37560" y="1344168"/>
            <a:ext cx="731520" cy="164592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4416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GUI Framework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337560" y="1600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CC"/>
                </a:solidFill>
              </a:rPr>
              <a:t>FXML-driven UI. Scene graph, controllers, TableView, LineChart.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868680"/>
            <a:ext cx="256032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868680"/>
            <a:ext cx="73152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005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MySQL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72200" y="1344168"/>
            <a:ext cx="731520" cy="164592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34416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Database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172200" y="1600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CC"/>
                </a:solidFill>
              </a:rPr>
              <a:t>Relational DB with users &amp; inventory tables.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788920"/>
            <a:ext cx="256032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788920"/>
            <a:ext cx="73152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JDBC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2920" y="3264408"/>
            <a:ext cx="731520" cy="164592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2644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DB Connectivity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292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CC"/>
                </a:solidFill>
              </a:rPr>
              <a:t>PreparedStatements for safe parameterised SQL queries.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2788920"/>
            <a:ext cx="256032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788920"/>
            <a:ext cx="73152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iTextPDF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337560" y="3264408"/>
            <a:ext cx="731520" cy="164592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2644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Reporting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3756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CC"/>
                </a:solidFill>
              </a:rPr>
              <a:t>v5.5.13 JAR bundled for PDF report generation.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2788920"/>
            <a:ext cx="256032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0" y="2788920"/>
            <a:ext cx="73152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CSS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172200" y="3264408"/>
            <a:ext cx="731520" cy="164592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32644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Styling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17220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CC"/>
                </a:solidFill>
              </a:rPr>
              <a:t>Custom style.css with hover effects, sidebar, cards.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FEATURES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41832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41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9692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Authentication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517904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276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Credential-based login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9293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Role stored in AppSession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2311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Admin vs Employee access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80467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941832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941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86200" y="9692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Inventory CRUD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1517904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6276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Add / Update / Delete products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560" y="19293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Auto-fill form on row click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37560" y="22311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Real-time table refresh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80467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941832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941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9692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Live Search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1517904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6276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Case-insensitive filter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63640" y="19293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Stream-based in-memory search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63640" y="22311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Instant table update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81635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2953512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0120" y="29809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Dashboard Analytics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" y="3529584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6393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Total products KPI card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1480" y="39410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Low-stock count card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42428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Total inventory value (₹)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0" y="281635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37560" y="2953512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886200" y="29809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Stock Alerts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337560" y="3529584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36393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Checks stock ≤ reorder level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37560" y="39410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Alert label on dashboard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337560" y="42428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Per-product ⚠ notification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26480" y="281635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63640" y="2953512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12280" y="29809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CSV Export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263640" y="3529584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36393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Admin-only export button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63640" y="39410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Writes inventory_report.csv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63640" y="42428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Name · Stock · Reorder Level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PROJECT STRUCTURE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</a:rPr>
              <a:t>Package Layout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840480" cy="2743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📦 com.erp.main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    └ AppLauncher.java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6367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    └ MainApp.java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929384"/>
            <a:ext cx="3840480" cy="2743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93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📦 com.erp.controller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2219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    └ LoginController.java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    └ DashboardController.java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761488"/>
            <a:ext cx="3840480" cy="2743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61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📦 com.erp.dao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0540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    └ UserDAO.java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3840480" cy="2743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46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📦 com.erp.db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6393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    └ DBConnection.java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3840480" cy="2743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📦 com.erp.model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2245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    └ User.java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44714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    └ Inventory.java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4764024"/>
            <a:ext cx="3840480" cy="2743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64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📦 com.erp.util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50566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    └ AppSession.java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5303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    └ CSVGenerator.java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55504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    └ PDFGenerator.java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63440" y="731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</a:rPr>
              <a:t>Class Responsibilities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1097280"/>
            <a:ext cx="4114800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AppLauncher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JavaFX entry point, loads login.fxml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1517904"/>
            <a:ext cx="4114800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5179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LoginController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15179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Validates credentials, sets AppSession, navigates to dashboard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1938528"/>
            <a:ext cx="4114800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938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DashboardController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26480" y="1938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All CRUD actions, search, chart, alerts, stats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2359152"/>
            <a:ext cx="4114800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3591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UserDAO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26480" y="23591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All SQL: login, getInventory, add, update, delete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2779776"/>
            <a:ext cx="4114800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7797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DBConnection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26480" y="27797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Single static MySQL connection factory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3200400"/>
            <a:ext cx="4114800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User / Inventory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2648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Plain POJOs — getters only, no setters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3621024"/>
            <a:ext cx="4114800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36210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AppSession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26480" y="36210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Static singleton storing logged-in User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63440" y="4041648"/>
            <a:ext cx="4114800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40416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CSVGenerator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26480" y="40416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Writes inventory_report.csv via FileWriter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63440" y="4462272"/>
            <a:ext cx="4114800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44622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PDFGenerator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126480" y="4462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iTextPDF wrapper (path currently hardcoded)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DATABASE SCHEMA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36576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  users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6576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07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4264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8090"/>
                </a:solidFill>
              </a:rPr>
              <a:t>INT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91640" y="12344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PRIMARY KEY AUTO_INCREMENT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700784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190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username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1938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8090"/>
                </a:solidFill>
              </a:rPr>
              <a:t>VARCHAR(50)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91640" y="17465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Login credential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212848"/>
            <a:ext cx="36576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231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password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450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8090"/>
                </a:solidFill>
              </a:rPr>
              <a:t>VARCHAR(50)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91640" y="22585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Plain text ⚠️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724912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7432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role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29626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8090"/>
                </a:solidFill>
              </a:rPr>
              <a:t>VARCHAR(20)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91640" y="27706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'Admin' or 'Employee'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0" y="777240"/>
            <a:ext cx="3657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0" y="777240"/>
            <a:ext cx="36576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777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  inventory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1188720"/>
            <a:ext cx="36576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12070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id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66360" y="14264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8090"/>
                </a:solidFill>
              </a:rPr>
              <a:t>INT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46520" y="12344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PRIMARY KEY AUTO_INCREMENT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0" y="1700784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1719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product_name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6360" y="1938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8090"/>
                </a:solidFill>
              </a:rPr>
              <a:t>VARCHAR(100)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46520" y="174650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Item name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0" y="2212848"/>
            <a:ext cx="36576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22311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current_stock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66360" y="2450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8090"/>
                </a:solidFill>
              </a:rPr>
              <a:t>INT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46520" y="225856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Units in stock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0" y="2724912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27432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reorder_level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66360" y="29626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8090"/>
                </a:solidFill>
              </a:rPr>
              <a:t>INT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446520" y="277063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Alert threshold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029200" y="3236976"/>
            <a:ext cx="36576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32552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price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66360" y="3474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8090"/>
                </a:solidFill>
              </a:rPr>
              <a:t>DOUBLE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446520" y="3282696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Unit price (₹)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⚠  Note: README says 'erpdb' but DBConnection.java connects to 'erp_system' — these must match for the app to run.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41B45"/>
          </a:solidFill>
          <a:ln w="12700">
            <a:solidFill>
              <a:srgbClr val="141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ROLE-BASED ACCESS CONTROL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840480" cy="39319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38404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👤 ADMIN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✅  View Inventory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✅  Add Products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✅  Update Products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✅  Delete Products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✅  Export CSV Report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✅  Access Dashboard Stats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5252"/>
                </a:solidFill>
              </a:rPr>
              <a:t>❌  Modify User Roles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822960"/>
            <a:ext cx="3840480" cy="39319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822960"/>
            <a:ext cx="384048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822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👤 EMPLOYEE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4173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✅  View Inventory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18745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5252"/>
                </a:solidFill>
              </a:rPr>
              <a:t>❌  Add Products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3317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5252"/>
                </a:solidFill>
              </a:rPr>
              <a:t>❌  Update Products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7889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5252"/>
                </a:solidFill>
              </a:rPr>
              <a:t>❌  Delete Products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2461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5252"/>
                </a:solidFill>
              </a:rPr>
              <a:t>❌  Export CSV Report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7033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✅  Access Dashboard Stats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41605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5252"/>
                </a:solidFill>
              </a:rPr>
              <a:t>❌  Modify User Roles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CC"/>
                </a:solidFill>
              </a:rPr>
              <a:t>Implementation: AppSession.getUser().getRole() checked in DashboardController.initialize() → btnAdd/Update/Delete/Export.setDisable(true) for Employee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KNOWN ISSUES &amp; FUTURE IMPROVEMENTS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Current Issues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931920" cy="5212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64008" cy="5212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338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252"/>
                </a:solidFill>
              </a:rPr>
              <a:t>Plain-text passwords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3624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Passwords stored as raw strings — no hashing (MD5/BCrypt)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931920" cy="5212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64008" cy="5212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099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252"/>
                </a:solidFill>
              </a:rPr>
              <a:t>DB name mismatch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938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README says 'erpdb', code connects to 'erp_system'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67712"/>
            <a:ext cx="3931920" cy="5212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67712"/>
            <a:ext cx="64008" cy="5212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286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252"/>
                </a:solidFill>
              </a:rPr>
              <a:t>Hardcoded PDF path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C:/Users/rishi/Desktop/ — breaks on any other machine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843784"/>
            <a:ext cx="3931920" cy="5212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43784"/>
            <a:ext cx="64008" cy="5212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8620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252"/>
                </a:solidFill>
              </a:rPr>
              <a:t>Hardcoded user count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090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lblUsers always shows '2' — not queried from DB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419856"/>
            <a:ext cx="3931920" cy="5212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19856"/>
            <a:ext cx="64008" cy="5212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381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252"/>
                </a:solidFill>
              </a:rPr>
              <a:t>No input validation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666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NumberFormatException silently caught; bad data enters DB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995928"/>
            <a:ext cx="3931920" cy="5212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95928"/>
            <a:ext cx="64008" cy="5212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0142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252"/>
                </a:solidFill>
              </a:rPr>
              <a:t>CSV missing price col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2428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CSVGenerator omits the price field from the report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749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Future Enhancements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1115568"/>
            <a:ext cx="3931920" cy="5212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115568"/>
            <a:ext cx="64008" cy="5212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11338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Password Hashing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13624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BCrypt or SHA-256 for secure credential storage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1691640"/>
            <a:ext cx="3931920" cy="5212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1691640"/>
            <a:ext cx="64008" cy="5212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17099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Excel Export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1938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Apache POI for .xlsx reports with formatting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267712"/>
            <a:ext cx="3931920" cy="5212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267712"/>
            <a:ext cx="64008" cy="5212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2286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Dark Mode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37760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Switchable CSS theme via Scene.getStylesheets()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2843784"/>
            <a:ext cx="3931920" cy="5212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2843784"/>
            <a:ext cx="64008" cy="5212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28620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Barcode Scanner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37760" y="3090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ZXing integration for product lookup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3419856"/>
            <a:ext cx="3931920" cy="5212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3419856"/>
            <a:ext cx="64008" cy="5212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34381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Spring Boot Migration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37760" y="36667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REST API backend + React/Angular frontend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3995928"/>
            <a:ext cx="3931920" cy="5212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3995928"/>
            <a:ext cx="64008" cy="5212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40142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Sales &amp; Purchase Orders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937760" y="42428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Order management module with stock auto-update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</a:rPr>
              <a:t>ERP Inventory Management System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3017520"/>
            <a:ext cx="36576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CCC"/>
                </a:solidFill>
              </a:rPr>
              <a:t>Developed by Hasain Khan 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749040"/>
            <a:ext cx="1143000" cy="347472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7490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Java 21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03120" y="3749040"/>
            <a:ext cx="1143000" cy="347472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37490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JavaFX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3749040"/>
            <a:ext cx="1143000" cy="347472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37490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MySQL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3749040"/>
            <a:ext cx="1143000" cy="347472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7490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JDBC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06440" y="3749040"/>
            <a:ext cx="1143000" cy="347472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37490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iTextPDF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3749040"/>
            <a:ext cx="1143000" cy="347472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37490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CSS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Educational &amp; Portfolio Project  |  github.com/HasainKhan/ERP-Inventory-System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Inventory Management System</dc:title>
  <dc:subject>PptxGenJS Presentation</dc:subject>
  <dc:creator>Hasain Khan</dc:creator>
  <cp:lastModifiedBy>Hasain Khan</cp:lastModifiedBy>
  <cp:revision>1</cp:revision>
  <dcterms:created xsi:type="dcterms:W3CDTF">2026-05-21T10:57:45Z</dcterms:created>
  <dcterms:modified xsi:type="dcterms:W3CDTF">2026-05-21T10:57:45Z</dcterms:modified>
</cp:coreProperties>
</file>